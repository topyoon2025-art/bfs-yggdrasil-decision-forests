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Symmetric Scales and Hungarian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GPU Column-Grouping Strategies for Oblique Apply-Projection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2743200" cy="381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Between 2M×16 and 8M×16 datasets, symmetric’s GPU kernel performance is stable — but hungarian degrades. Why?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Each Strategy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SYMMETRIC  (strategy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Replace every node’s column indices with a single shared set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Pick the K most popular columns across all nodes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Replicate that identical assignment to every row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Result: 100% column uniformity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Cost: O(N·K) — independent of dataset row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  <a:latin typeface="Calibri"/>
              </a:defRPr>
            </a:pPr>
            <a:r>
              <a:t>HUNGARIAN  (strategy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Reorder each node’s column indices to maximize alignment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Per iter: remove node → build K×K cost matrix → solve O(K³) Hungarian → reinsert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30 iterations × N nodes per iteration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Result: partial column uniformity (best-effort)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Cost: O(iters × N × K³) — also independent of row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Neither strategy’s reordering cost depends on #rows. The difference is what happens in the GPU kernel AFTER reordering.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GPU Kernel: It’s Always a Gather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828800"/>
          </a:xfrm>
          <a:prstGeom prst="roundRect">
            <a:avLst/>
          </a:prstGeom>
          <a:solidFill>
            <a:srgbClr val="0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onsolas"/>
              </a:defRPr>
            </a:pPr>
            <a:r>
              <a:t>ex_idx     = selected_examples[row_start + r];          // monotonic, NOT contiguous</a:t>
            </a:r>
            <a:br/>
            <a:r>
              <a:t>dataset_idx = col * num_rows + ex_idx;                   // column-major layout</a:t>
            </a:r>
            <a:br/>
            <a:r>
              <a:t>x          = dataset[dataset_idx];                       // GATHER — sparse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selected_examples per node are sorted (monotonic) but have gaps between indices</a:t>
            </a: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Consecutive threads in a warp hit nearby but NOT adjacent memory addresses</a:t>
            </a: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Each 128-byte cache line (32 floats) may carry only a few useful values</a:t>
            </a: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This is true for BOTH symmetric and hungarian — neither gives contiguous reads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94960"/>
            <a:ext cx="11064240" cy="914400"/>
          </a:xfrm>
          <a:prstGeom prst="roundRect">
            <a:avLst/>
          </a:prstGeom>
          <a:solidFill>
            <a:srgbClr val="0A2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Key insight: the advantage of symmetric is NOT "contiguous reads." It’s about how many DISTINCT columns the L2 cache must hold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L2 Working Set: 1 Column vs C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SYMMETRIC — Projection slot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F0"/>
                </a:solidFill>
                <a:latin typeface="Consolas"/>
              </a:defRPr>
            </a:pPr>
            <a:r>
              <a:t>Node  0  ── gather ──▶  column 5</a:t>
            </a:r>
            <a:br/>
            <a:r>
              <a:t>Node  1  ── gather ──▶  column 5</a:t>
            </a:r>
            <a:br/>
            <a:r>
              <a:t>Node  2  ── gather ──▶  column 5</a:t>
            </a:r>
            <a:br/>
            <a:r>
              <a:t>  ...            ...         </a:t>
            </a:r>
            <a:br/>
            <a:r>
              <a:t>Node 63  ── gather ──▶  column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All blocks read SAME column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Cache lines shared across blocks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L2 footprint = 1 × num_rows × 4B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HUNGARIAN — Projection slot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F0"/>
                </a:solidFill>
                <a:latin typeface="Consolas"/>
              </a:defRPr>
            </a:pPr>
            <a:r>
              <a:t>Node  0  ── gather ──▶  column 5   │ aligned</a:t>
            </a:r>
            <a:br/>
            <a:r>
              <a:t>Node  1  ── gather ──▶  column 5   │</a:t>
            </a:r>
            <a:br/>
            <a:r>
              <a:t>Node  2  ── gather ──▶  column 12  │ mis-</a:t>
            </a:r>
            <a:br/>
            <a:r>
              <a:t>Node  3  ── gather ──▶  column 3   │ aligned</a:t>
            </a:r>
            <a:br/>
            <a:r>
              <a:t>  ...            ...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C distinct columns active at once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No cross-node L2 reuse between cols</a:t>
            </a:r>
          </a:p>
          <a:p>
            <a:pPr>
              <a:spcAft>
                <a:spcPts val="600"/>
              </a:spcAft>
              <a:defRPr sz="1500">
                <a:solidFill>
                  <a:srgbClr val="E0E0F0"/>
                </a:solidFill>
                <a:latin typeface="Calibri"/>
              </a:defRPr>
            </a:pPr>
            <a:r>
              <a:t>•  L2 footprint = C × num_rows × 4B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8M Breaks Hungarian but Not Symmetric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GPU L2 cache: ~40 MB (A100)  /  ~50 MB (H100)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11680" cy="594360"/>
          </a:xfrm>
          <a:prstGeom prst="roundRect">
            <a:avLst/>
          </a:prstGeom>
          <a:solidFill>
            <a:srgbClr val="0A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828800"/>
            <a:ext cx="2011680" cy="594360"/>
          </a:xfrm>
          <a:prstGeom prst="roundRect">
            <a:avLst/>
          </a:prstGeom>
          <a:solidFill>
            <a:srgbClr val="0A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28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1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200400" cy="594360"/>
          </a:xfrm>
          <a:prstGeom prst="roundRect">
            <a:avLst/>
          </a:prstGeom>
          <a:solidFill>
            <a:srgbClr val="0A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Symmetric</a:t>
            </a:r>
            <a:br/>
            <a:r>
              <a:t>(1 col active)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28800"/>
            <a:ext cx="3840480" cy="594360"/>
          </a:xfrm>
          <a:prstGeom prst="roundRect">
            <a:avLst/>
          </a:prstGeom>
          <a:solidFill>
            <a:srgbClr val="0A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288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Hungarian</a:t>
            </a:r>
            <a:br/>
            <a:r>
              <a:t>(C≈3 cols active)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2011680" cy="594360"/>
          </a:xfrm>
          <a:prstGeom prst="round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2M × 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468880"/>
            <a:ext cx="2011680" cy="594360"/>
          </a:xfrm>
          <a:prstGeom prst="round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2468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8 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468880"/>
            <a:ext cx="3200400" cy="594360"/>
          </a:xfrm>
          <a:prstGeom prst="round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8 MB   ✓  fits 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468880"/>
            <a:ext cx="3840480" cy="594360"/>
          </a:xfrm>
          <a:prstGeom prst="round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4688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96"/>
                </a:solidFill>
                <a:latin typeface="Calibri"/>
              </a:defRPr>
            </a:pPr>
            <a:r>
              <a:t>24 MB   ✓  fits L2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2011680" cy="594360"/>
          </a:xfrm>
          <a:prstGeom prst="roundRect">
            <a:avLst/>
          </a:prstGeom>
          <a:solidFill>
            <a:srgbClr val="1A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8M ×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108960"/>
            <a:ext cx="2011680" cy="594360"/>
          </a:xfrm>
          <a:prstGeom prst="roundRect">
            <a:avLst/>
          </a:prstGeom>
          <a:solidFill>
            <a:srgbClr val="1A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31089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32 MB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08960"/>
            <a:ext cx="3200400" cy="594360"/>
          </a:xfrm>
          <a:prstGeom prst="roundRect">
            <a:avLst/>
          </a:prstGeom>
          <a:solidFill>
            <a:srgbClr val="1A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108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F0"/>
                </a:solidFill>
                <a:latin typeface="Calibri"/>
              </a:defRPr>
            </a:pPr>
            <a:r>
              <a:t>32 MB   ✓  fits L2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108960"/>
            <a:ext cx="3840480" cy="594360"/>
          </a:xfrm>
          <a:prstGeom prst="roundRect">
            <a:avLst/>
          </a:prstGeom>
          <a:solidFill>
            <a:srgbClr val="1A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1089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6B"/>
                </a:solidFill>
                <a:latin typeface="Calibri"/>
              </a:defRPr>
            </a:pPr>
            <a:r>
              <a:t>96 MB   ✗  OVERFLOW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11064240" cy="2560320"/>
          </a:xfrm>
          <a:prstGeom prst="roundRect">
            <a:avLst/>
          </a:prstGeom>
          <a:solidFill>
            <a:srgbClr val="1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Once L2 overflows: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Every cache miss on a gather goes to HBM (~10× slower than L2)</a:t>
            </a: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Sparse access amplifies the penalty: each evicted 128-byte cache line carried mostly unused bytes</a:t>
            </a:r>
          </a:p>
          <a:p>
            <a:pPr>
              <a:spcAft>
                <a:spcPts val="6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•  Thrashing: column A’s lines evict column B’s, and vice versa — no one stays warm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•  Both strategies produce a sparse gather — neither gives contiguous reads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•  The critical difference is L2 working set size: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      Symmetric  →  1 column per projection slot  →  scales linearly with row count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      Hungarian  →  C columns per projection slot  →  scales with C × row count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•  At 2M rows: even C &gt; 1 columns fit in L2 → both strategies perform similarly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•  At 8M rows: C &gt; 1 columns overflow L2 → hungarian pays HBM latency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    on every gather miss, while symmetric still fits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•  Symmetric is dataset-size-insensitive because perfect column uniformity</a:t>
            </a:r>
          </a:p>
          <a:p>
            <a:pPr>
              <a:spcAft>
                <a:spcPts val="4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    confines the working set to one column’s address range, regardless of 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